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69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IDMxPPM neo-Seoul 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9601200" cy="4297680"/>
          </a:xfrm>
          <a:prstGeom prst="rect">
            <a:avLst/>
          </a:prstGeom>
          <a:solidFill>
            <a:srgbClr val="E8F4FC"/>
          </a:solidFill>
          <a:ln w="254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Renderer Process (Chromium / React UI)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669280" cy="3794760"/>
          </a:xfrm>
          <a:prstGeom prst="rect">
            <a:avLst/>
          </a:prstGeom>
          <a:solidFill>
            <a:srgbClr val="D6EAF8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Application (Frontend UI)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463040" cy="64008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VerticalMenuBar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40280" y="1371600"/>
            <a:ext cx="1463040" cy="64008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40280" y="14173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SpecNameBar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0" y="1371600"/>
            <a:ext cx="2103120" cy="64008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ContentPane component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(Basic Info, Use Case Lists)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2240280"/>
            <a:ext cx="2011680" cy="59436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(Global State / Store)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1691640" cy="1097280"/>
          </a:xfrm>
          <a:prstGeom prst="rect">
            <a:avLst/>
          </a:prstGeom>
          <a:solidFill>
            <a:srgbClr val="9EC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7249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BPMNEditor component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315468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bpmn-js Library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(bpmn.io)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68880" y="3063240"/>
            <a:ext cx="1371600" cy="73152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3108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ValidationPanel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3063240"/>
            <a:ext cx="1920240" cy="731520"/>
          </a:xfrm>
          <a:prstGeom prst="rect">
            <a:avLst/>
          </a:prstGeom>
          <a:solidFill>
            <a:srgbClr val="B4D5E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30632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ERPanel component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(Exchange Requirement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09360" y="1005840"/>
            <a:ext cx="338328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&amp; Utility Modules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(src/utils/)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1463040"/>
            <a:ext cx="301752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14630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validation.js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(ISO Rules Engine)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92240" y="2148840"/>
            <a:ext cx="3017520" cy="685800"/>
          </a:xfrm>
          <a:prstGeom prst="rect">
            <a:avLst/>
          </a:prstGeom>
          <a:solidFill>
            <a:srgbClr val="D6EAF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148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idmXmlGenerator.js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(XML Generation/Parsing,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embedding)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92240" y="2926080"/>
            <a:ext cx="301752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schemaSearch.js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(External Mapping Logic)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301752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schemaData.js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 Static Schemas like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UniFormat)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05840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49840" y="1828800"/>
            <a:ext cx="1645920" cy="1188720"/>
          </a:xfrm>
          <a:prstGeom prst="ellipse">
            <a:avLst/>
          </a:prstGeom>
          <a:solidFill>
            <a:srgbClr val="E8F4FC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149840" y="19202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bSDD API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(buildingSMART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HTTPS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(Inter-Process Communication)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4983480"/>
            <a:ext cx="0" cy="4114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5394960"/>
            <a:ext cx="9601200" cy="1280160"/>
          </a:xfrm>
          <a:prstGeom prst="rect">
            <a:avLst/>
          </a:prstGeom>
          <a:solidFill>
            <a:srgbClr val="D9E6F2"/>
          </a:solidFill>
          <a:ln w="254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Main Process (Node.js Runtime)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80644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5852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Window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580644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77440" y="5852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97680" y="58064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97680" y="5852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 Handlers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149840" y="4846320"/>
            <a:ext cx="1645920" cy="457200"/>
          </a:xfrm>
          <a:prstGeom prst="ellipse">
            <a:avLst/>
          </a:prstGeom>
          <a:solidFill>
            <a:srgbClr val="D9E6F2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149840" y="5074920"/>
            <a:ext cx="1645920" cy="1097280"/>
          </a:xfrm>
          <a:prstGeom prst="rect">
            <a:avLst/>
          </a:prstGeom>
          <a:solidFill>
            <a:srgbClr val="D9E6F2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149840" y="5943600"/>
            <a:ext cx="1645920" cy="457200"/>
          </a:xfrm>
          <a:prstGeom prst="ellipse">
            <a:avLst/>
          </a:prstGeom>
          <a:solidFill>
            <a:srgbClr val="D9E6F2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149840" y="5074920"/>
            <a:ext cx="0" cy="109728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795760" y="5074920"/>
            <a:ext cx="0" cy="109728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149840" y="5349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5074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.json (Project)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7512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.idmxml (ISO 29481-3)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75120" y="5623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.bpmn (Diagram)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0" y="5897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.erxml (Exchange Requirement)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371600" y="2011680"/>
            <a:ext cx="0" cy="22860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971800" y="2011680"/>
            <a:ext cx="0" cy="22860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92040" y="2011680"/>
            <a:ext cx="530352" cy="50292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286000" y="2542032"/>
            <a:ext cx="0" cy="50292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154680" y="2834640"/>
            <a:ext cx="0" cy="22860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97680" y="2542032"/>
            <a:ext cx="685800" cy="521208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297680" y="2542032"/>
            <a:ext cx="219456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509760" y="3218688"/>
            <a:ext cx="640080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503920" y="5193792"/>
            <a:ext cx="1645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03920" y="5468112"/>
            <a:ext cx="1645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503920" y="5742432"/>
            <a:ext cx="1645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03920" y="6016752"/>
            <a:ext cx="1645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Macintosh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IDMxPPM neo-Seoul System Architecture</dc:title>
  <dc:subject>PptxGenJS Presentation</dc:subject>
  <dc:creator>PptxGenJS</dc:creator>
  <cp:lastModifiedBy>Ghang Lee</cp:lastModifiedBy>
  <cp:revision>2</cp:revision>
  <dcterms:created xsi:type="dcterms:W3CDTF">2026-02-01T08:50:42Z</dcterms:created>
  <dcterms:modified xsi:type="dcterms:W3CDTF">2026-02-01T08:53:33Z</dcterms:modified>
</cp:coreProperties>
</file>